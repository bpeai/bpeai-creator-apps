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Chromatography resin slurry: Style stub —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Chromatography resin slurry: Style stub — design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Chromatography resin slurry: Style stub —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Chromatography resin slurry: Style stub —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Chromatography resin slurry: Style stub —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Chromatography resin slurry: Style stub —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Chromatography resin slurry: Style stub —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Aptos"/>
              </a:rPr>
              <a:t>Public-repo style stub only. No proprietary evaluation content. Replace via: python py/tools/manage_pptx_reference.py --pack mixing replace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  <a:latin typeface="Aptos"/>
              </a:rPr>
              <a:t>BPEAI reference stub · slide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