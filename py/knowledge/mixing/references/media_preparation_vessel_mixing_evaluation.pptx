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Media preparation vessel: Style stub —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Media preparation vessel: Style stub — design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Media preparation vessel: Style stub —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Media preparation vessel: Style stub —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Media preparation vessel: Style stub —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Media preparation vessel: Style stub —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Media preparation vessel: Style stub —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